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IMA_SECTION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IMA_SECTION-image-2.jpe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assets/cima_logo_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4736" y="457200"/>
            <a:ext cx="1322222" cy="1645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788920"/>
            <a:ext cx="1036015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presentazione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371600" y="4160520"/>
            <a:ext cx="94457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Sottotitolo / taglione in corsivo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1371600" y="489204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Nome Cognome · Nome Cognome · Nome Cognome</a:t>
            </a:r>
            <a:endParaRPr lang="en-US" sz="1400" dirty="0"/>
          </a:p>
        </p:txBody>
      </p:sp>
      <p:sp>
        <p:nvSpPr>
          <p:cNvPr id="6" name="Text 1"/>
          <p:cNvSpPr/>
          <p:nvPr/>
        </p:nvSpPr>
        <p:spPr>
          <a:xfrm>
            <a:off x="1371600" y="5285232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CIMA Research Foundation    |    Evento — Sessione — data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1371600" y="59436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presentazione · sottotitolo breve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slide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Contenuto della slide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CONTENT_2CO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presentazione · sottotitolo breve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slide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Colonna sinistra</a:t>
            </a:r>
            <a:endParaRPr lang="en-US" sz="1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Colonna destra (testo o spazio per immagine/grafico)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assets/cima_logo_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97840" cy="8686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sezione</a:t>
            </a:r>
            <a:endParaRPr lang="en-US" sz="4000" dirty="0"/>
          </a:p>
        </p:txBody>
      </p:sp>
      <p:sp>
        <p:nvSpPr>
          <p:cNvPr id="4" name="Text 0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BACKU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presentazione · sottotitolo breve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777240"/>
            <a:ext cx="1234440" cy="384048"/>
          </a:xfrm>
          <a:prstGeom prst="rect">
            <a:avLst>
              <a:gd name="adj" fmla="val 50000"/>
            </a:avLst>
          </a:prstGeom>
          <a:solidFill>
            <a:srgbClr val="1F3A6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7772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</a:t>
            </a:r>
            <a:endParaRPr lang="en-US" sz="110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slide di backup</a:t>
            </a:r>
            <a:endParaRPr lang="en-US" sz="2800" dirty="0"/>
          </a:p>
        </p:txBody>
      </p:sp>
      <p:sp>
        <p:nvSpPr>
          <p:cNvPr id="9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Contenuto di backup</a:t>
            </a: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278892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presentazione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371600" y="4160520"/>
            <a:ext cx="9445752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Sottotitolo descrittivo in corsivo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— Introduzione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slide di contenuto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Sottotitolo / concetto chiave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Primo punto: testo descrittivo della slide.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Secondo punto con un dettaglio in più.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Terzo punto.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a due colonne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Colonna sinistra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Testo, elenco o spiegazione.</a:t>
            </a:r>
            <a:endParaRPr lang="en-US" sz="1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Colonna destra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Spazio per immagine, grafico o tabella.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Materiale di approfondimento</a:t>
            </a:r>
            <a:endParaRPr lang="en-US" sz="2800" dirty="0"/>
          </a:p>
        </p:txBody>
      </p:sp>
      <p:sp>
        <p:nvSpPr>
          <p:cNvPr id="3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di appendice / backup per Q&amp;A.</a:t>
            </a:r>
            <a:endParaRPr lang="en-US" sz="1500" dirty="0"/>
          </a:p>
          <a:p>
            <a:pPr algn="l" marL="228600" indent="-2286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Stesso stile del contenuto, con etichetta BACKUP.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CIMA Research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CIMA Research Foundation</dc:creator>
  <cp:lastModifiedBy>CIMA Research Foundation</cp:lastModifiedBy>
  <cp:revision>1</cp:revision>
  <dcterms:created xsi:type="dcterms:W3CDTF">2026-06-19T10:09:46Z</dcterms:created>
  <dcterms:modified xsi:type="dcterms:W3CDTF">2026-06-19T10:09:46Z</dcterms:modified>
</cp:coreProperties>
</file>