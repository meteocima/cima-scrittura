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1" r:id="rId12"/>
    <p:sldId id="262" r:id="rId13"/>
    <p:sldId id="268" r:id="rId19"/>
    <p:sldId id="263" r:id="rId14"/>
    <p:sldId id="264" r:id="rId15"/>
    <p:sldId id="265" r:id="rId16"/>
    <p:sldId id="269" r:id="rId20"/>
    <p:sldId id="266" r:id="rId17"/>
    <p:sldId id="267" r:id="rId18"/>
    <p:sldId id="260" r:id="rId6"/>
    <p:sldId id="270" r:id="rId21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1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6.xml"/><Relationship Id="rId20" Type="http://schemas.openxmlformats.org/officeDocument/2006/relationships/slide" Target="slides/slide10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Presentazione: [nome relatore], responsabile del WP3. In 15 minuti: che cosa prevedeva la DoA per il periodo, che cosa è stato fatto, con quale evidenza, gli scostamenti e il prossimo periodo. Le slide di backup stanno dopo la chiusura.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Raccontare la catena dal dato al prodotto. Se esiste uno schema della catena, sostituire l'elenco con lo schema: si legge meglio dalla sala. Nomi di modelli, dati e piattaforme non sono nel D3.2 e vanno inseriti. Circa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messaggio della presentazione sta tutto in questa slide. Dire subito il numero principale, se c'è: [metrica e valore]. Poi annunciare il percorso: piano, catena, taratura, prestazioni, stato operativo, scostamenti, prossimo periodo. Circa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Ricondurre ogni attività al suo task della DoA, riga per riga. Il D3.2 dice che le attività sono proseguite secondo quanto pianificato: questa è la slide in cui i reviewer controllano la frase, quindi la colonna di destra va riempita con stato e date. Circa 1 minuto e mezzo.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 la domanda su quanti eventi e quali. Inserire la tabella come tabella di PowerPoint, non come immagine, con poche colonne leggibili.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D3.2 parla di un ampio insieme di eventi storici: ai reviewer serve il numero. Dire se la validazione usa eventi diversi da quelli di taratura, perché è la prima domanda che arriverà. Il dettaglio evento per evento è nella prima slide di backup. Circa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D3.2 scrive significativamente migliorate. Davanti ai reviewer significativo fa pensare a un test statistico: se il test non c'è, dire migliorate e dare la differenza in numeri. Se esiste un grafico del confronto, metterlo al posto delle due colonne. Che cosa è cambiato fra le due configurazioni è nella seconda slide di backup. Circa 1 minuto e mezzo.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D3.2 dice adeguato alle esigenze operative senza dire quali. Serve il requisito con la sua fonte. Se il requisito non c'è, riscrivere il titolo con il solo valore misurato: Il sistema anticipa gli eventi di [n] ore. Circa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Distinguere operativo da pre-operativo o in prova: i reviewer chiederanno chi usa le previsioni e per quali decisioni. Se il sistema è ancora in prova, cambiare il titolo. Circa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D3.2 dice solo che non si segnalano scostamenti significativi. Una sezione vuota attira domande: se c'è uno scostamento, anche piccolo, dichiararlo qui con causa e correzione. Se i mesi-persona spesi si discostano da quelli previsti, prepararsi a spiegarlo. Circa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D3.2 non contiene rischi. Prendere quelli del WP3 dal registro della DoA e aggiornarne lo stato: chiuso, aperto, nuovo. Mettere i rischi uno accanto alla sua mitigazione, sulla stessa riga. Circa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D3.2 dice che si proseguirà con le attività previste. Davanti ai reviewer serve l'elenco per nome, con task e mese. Circa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Chiudere ripetendo il numero principale e il prossimo passo. Poi aprire alle domande. Le slide di backup sono subito dopo questa: eventi di taratura e differenze fra le due configurazioni. Circa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la domanda su da dove viene il miglioramento. Se le modifiche non sono state valutate una per una, dirlo.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IMA_SECTION-image-2.jpe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IMA_SECTION-image-2.jpeg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assets/cima_logo_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4736" y="457200"/>
            <a:ext cx="1322222" cy="1645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788920"/>
            <a:ext cx="1036015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presentazione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Sottotitolo / taglione in corsivo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1371600" y="489204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[Nome Cognome], [Nome Cognome]</a:t>
            </a:r>
            <a:endParaRPr lang="en-US" sz="1400" dirty="0"/>
          </a:p>
        </p:txBody>
      </p:sp>
      <p:sp>
        <p:nvSpPr>
          <p:cNvPr id="6" name="Text 1"/>
          <p:cNvSpPr/>
          <p:nvPr/>
        </p:nvSpPr>
        <p:spPr>
          <a:xfrm>
            <a:off x="1371600" y="5285232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CIMA Research Foundation    |    FLOODSENSE — Review di metà progetto — [data]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1371600" y="59436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FLOODSENSE  |  WP3, catena modellistica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slide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Contenuto della slide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CONTENT_2CO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FLOODSENSE  |  WP3, catena modellistica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slide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Colonna sinistra</a:t>
            </a:r>
            <a:endParaRPr lang="en-US" sz="1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Colonna destra (testo o spazio per immagine/grafico)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assets/cima_logo_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97840" cy="8686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sezione</a:t>
            </a:r>
            <a:endParaRPr lang="en-US" sz="4000" dirty="0"/>
          </a:p>
        </p:txBody>
      </p:sp>
      <p:sp>
        <p:nvSpPr>
          <p:cNvPr id="4" name="Text 0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BACKU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FLOODSENSE  |  WP3, catena modellistica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777240"/>
            <a:ext cx="1234440" cy="384048"/>
          </a:xfrm>
          <a:prstGeom prst="rect">
            <a:avLst>
              <a:gd name="adj" fmla="val 50000"/>
            </a:avLst>
          </a:prstGeom>
          <a:solidFill>
            <a:srgbClr val="1F3A6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7772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</a:t>
            </a:r>
            <a:endParaRPr lang="en-US" sz="11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slide di backup</a:t>
            </a:r>
            <a:endParaRPr lang="en-US" sz="2800" dirty="0"/>
          </a:p>
        </p:txBody>
      </p:sp>
      <p:sp>
        <p:nvSpPr>
          <p:cNvPr id="9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Contenuto di backup</a:t>
            </a: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27889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FLOODSENSE, WP3: catena modellistica</a:t>
            </a:r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it-IT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di metà progetto, stato al mese [M__]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metà progetto la catena del WP3 è operativa sul bacino pilota</a:t>
            </a:r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 cosa porta il WP3 alla review ([Task 3.x], D3.2)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catena che porta dati osservati e previsioni meteorologiche nel modello idrologico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Taratura su [n] eventi storici del bacino [nome bacino]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[Metrica principale] da [valore] a [valore] rispetto alla configurazione precedente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Scostamenti dal piano, rischi e prossimo periodo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attività del periodo hanno seguito il piano della DoA</a:t>
            </a:r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it-IT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Previsto dalla DoA (M1–M[__])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[Task 3.1: titolo dalla DoA]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[Task 3.2: titolo dalla DoA]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[D3.2: scadenza M__]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[MS__: descrizione, mese]</a:t>
            </a:r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it-IT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Svolto al mese [M__]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[Stato Task 3.1: completato, in corso]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[Stato Task 3.2]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[Stato D3.2: consegnato il, in consegna entro]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[MS__: raggiunta il, prevista per]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catena porta dati osservati e previsioni meteo nel modello idrologico</a:t>
            </a:r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Architettura della catena modellistica ([Task 3.x])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osservati: [rete di misura, variabili, periodo]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Previsioni meteorologiche: [modello, risoluzione, orizzonte]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Modello idrologico: [nome e configurazione]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Prodotti in uscita: [variabili previste, soglie, frequenza di aggiornamento]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modello è stato tarato su [n] eventi storici del bacino pilota</a:t>
            </a:r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della taratura ([Task 3.x])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Periodo coperto: [anni]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Criterio di scelta degli eventi: [es. superamento di una soglia di portata]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Eventi di taratura: [n]; eventi di validazione separati: [n]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Metriche: [es. NSE, errore sul colmo, errore sul tempo di picco]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prestazioni migliorano rispetto alla configurazione precedente</a:t>
            </a:r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it-IT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Configurazione precedente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[Metrica 1]: [valore]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[Metrica 2]: [valore]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Periodo ed eventi del confronto: [periodo, n eventi]</a:t>
            </a:r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it-IT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Configurazione attuale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[Metrica 1]: [valore]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[Metrica 2]: [valore]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Stessi eventi e stesso periodo: [sì, no]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tempo di anticipo copre le esigenze operative del bacino pilota</a:t>
            </a:r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di anticipo e requisito degli utenti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di anticipo medio sugli eventi di validazione: [n] ore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Requisito operativo: [n] ore ([fonte: DoA, accordo con l'utente])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Superamenti di soglia previsti in tempo: [n] su [n]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Allerte mancate e false allerte: [n] e [n]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Dal [mese] il sistema gira in modalità operativa sul bacino [nome]</a:t>
            </a:r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Stato operativo sul bacino pilota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 riceve le previsioni: [utente o ente]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Frequenza delle corse: [ogni n ore]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Dove si vedono i prodotti: [piattaforma]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Documentazione: D3.2, [stato]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Nel periodo M1–M[__] il WP3 non ha scostamenti significativi dal piano</a:t>
            </a:r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Confronto con la DoA, voce per voce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Deliverable: [D3.x consegnati nei tempi, oppure ritardo di n mesi e causa]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Milestone: [MS__ raggiunta al mese __]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Mesi-persona: [spesi] su [previsti]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Scostamenti minori: [descrizione e correzione, oppure togliere la riga]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il prossimo periodo restano aperti [n] rischi, ognuno con una mitigazione</a:t>
            </a:r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it-IT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Rischio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[Rischio 1, dal registro dei rischi della DoA]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[Rischio 2]</a:t>
            </a:r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it-IT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Mitigazione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[Misura per il rischio 1, responsabile]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[Misura per il rischio 2, responsabile]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Nel prossimo periodo il WP3 chiude [Task 3.x] e consegna [D3.x]</a:t>
            </a:r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Piano fino al mese [M__]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[Attività 1: task, mese di chiusura]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[Attività 2: task, mese di chiusura]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[Deliverable D3.x: scadenza M__]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[Milestone MS__: mese]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metà progetto il WP3 ha una catena tarata e operativa; il passo successivo è [obiettivo]</a:t>
            </a:r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messaggio da ricordare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Catena operativa sul bacino [nome] dal [mese]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[Metrica principale]: da [valore] a [valore] rispetto alla configurazione precedente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di anticipo: [n] ore, contro un requisito di [n] ore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Contatti: [nome], [email]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Eventi di taratura e di validazione, uno per uno</a:t>
            </a:r>
          </a:p>
        </p:txBody>
      </p:sp>
      <p:sp>
        <p:nvSpPr>
          <p:cNvPr id="3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[Tabella: evento, data, portata al colmo osservata, metrica, taratura o validazione]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Fonte dei dati osservati: [fonte]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[Eventi esclusi e motivo, se ce ne sono]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 cosa è cambiato fra la configurazione precedente e quella attuale</a:t>
            </a:r>
          </a:p>
        </p:txBody>
      </p:sp>
      <p:sp>
        <p:nvSpPr>
          <p:cNvPr id="3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[Modifiche ai dati in ingresso]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[Modifiche al modello o ai parametri]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[Effetto di ciascuna modifica sulle prestazioni, se misurato]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CIMA Research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CIMA Research Foundation</dc:creator>
  <cp:lastModifiedBy>CIMA Research Foundation</cp:lastModifiedBy>
  <cp:revision>1</cp:revision>
  <dcterms:created xsi:type="dcterms:W3CDTF">2026-06-19T10:09:46Z</dcterms:created>
  <dcterms:modified xsi:type="dcterms:W3CDTF">2026-06-19T10:09:46Z</dcterms:modified>
</cp:coreProperties>
</file>