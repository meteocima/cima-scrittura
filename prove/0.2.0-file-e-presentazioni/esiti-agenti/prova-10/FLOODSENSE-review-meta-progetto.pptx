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Presentarsi. Dire in una frase dove sta il progetto rispetto alla DoA: [stato complessivo].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Partire dal contratto, non dalle attività: è quello che il project officer ha davanti. Tutti i codici dalla DoA.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 di stato. Se qualcosa è in ritardo, dirlo qui e rimandare alla slide degli scostamenti.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sezione per work package, nell'ordine della DoA.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Ripetere questa slide per ogni WP. Ogni affermazione con il codice di task o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valori misurati e forniti dal consorzio. Un KPI non ancora misurato si dice tale, con la data prevista.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figura sola, leggibile dal fondo della sala. Didascalia che dice che cosa mostra.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Uno scostamento per riga di tabella, se sono più di uno. Mai dire 'nessuno scostamento significativo' senza confronto con le date DoA.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Rischi dal registro della DoA, aggiornati. Un rischio nuovo si presenta come 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attività previste dalla DoA o decise dal consorzio.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Chiudere con il messaggio, non con 'Grazie'.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le domande sul dettaglio dello stato.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le domande su come sono stati misurati i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taglione in corsivo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[Relatore], [Relatore]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   |    Review di metà progetto — [sede] — [data]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| Review di metà progetto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della slide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| Review di metà progetto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 (testo o spazio per immagine/grafico)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| Review di metà progetto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slide di backup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di backup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FLOODSENSE: a metà progetto [sintesi in una frase dello stato, es. N deliverable su M consegnati]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di metà progetto, periodo M1-M[n]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periodo M1-M[n] la DoA prevedeva [n] deliverable e [n] milestone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prevedeva la DoA per il periodo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Obiettivi del periodo: [obiettivi da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 attesi: [codici, da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 attese: [codici e mesi, da DoA]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[n] deliverable su [n] consegnati, [n] milestone su [n] raggiunte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[D1.1: consegnato M[x]]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[D3.2: consegnato M[x], previsto M[y]]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[...]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[MS1: raggiunta M[x], means of verification]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[MS4: ...]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[...]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Che cosa è stato fatto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WP[n]: [risultato principale del WP nel periodo, in una frase]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[Task T[n].[n]]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svolta, con codice del task]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[Prodotto: deliverable, dataset, software, con link o DOI]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[Partner coinvolti]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[Risultato misurato: KPI e valore, es. il KPI X ha raggiunto [valore] contro un target di [valore]]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 del periodo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[KPI 1]: baseline [ ], target [ ], misurato [ ], fonte [ 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[KPI 2]: baseline [ ], target [ ], misurato [ ], fonte [ 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[KPI 3]: baseline [ ], target [ ], misurato [ ], fonte [ 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[Evidenza principale: che cosa mostra la figura]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mostra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[Bacino, periodo, eventi]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e valore]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[Fonte del dato]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[Figura o grafico]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 inserire: figura fornita dal consorzio]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Scostamenti e rischi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[n] scostamenti dal piano, con causa e azione correttiva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Scostamenti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[Codice]: previsto M[x], effettivo M[y]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Causa: [causa concreta]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Effetto e azione: [effetto su altri task, azione, nuova data, eventuale amendment]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[Rischio principale per il secondo periodo e come lo mitighiamo]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Rischi aggiornati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[Rischio, da registro della DoA]: probabilità [ ], impatto [ 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Mitigazione: [misura prevista e stato]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[Rischio nuovo, se c'è]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Prossimo periodo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periodo M[n+1]-M[fine] consegneremo [n] deliverable, a partire da [codice]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Piano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[Deliverable e mese, da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[Milestone e mese, da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[Azioni di follow-up delle raccomandazioni, se ci sono]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[Messaggio da ricordare: lo stato del progetto in una frase]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[Messaggio chiave]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[Punto 1]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[Punto 2]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[Contatto del coordinatore]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Tabella completa di deliverable e milestone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[Tabella da DoA con stato aggiornato]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 di misura dei KPI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[Per ogni KPI: metrica, dati, periodo, fonte]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