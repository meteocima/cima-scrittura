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Ringraziare la Regione per l'invito in una frase, poi entrare nel 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Partire da ciò che interessa a chi ascolta, non da CIMA. Solo dati forniti, con fonte.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slide sola su CIMA. Non aggiungere dati su CIMA oltre a quelli verificati: [numero di persone, progetti, sedi, se servono, da fornire].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Nominare il sistema solo se fornito. Spiegare le sigle a voce.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Come la slide precedente.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caso deve essere reale e documentato. Se non c'è un caso sul territorio della Regione, sceglierne uno simile e dirlo.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 attribuire alla Regione impegni non presi. Le competenze operative restano dell'ente.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Chiudere con la richiesta e il contatto, non con 'Grazie'.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 le domande dei tecnici della Regione.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Domanda prevedibile del pubblico.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IMA_SECTION-image-2.jpeg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IMA_SECTION-image-2.jpeg"/><Relationship Id="rId3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A_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mplate_assets/cima_logo_n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4736" y="457200"/>
            <a:ext cx="1322222" cy="1645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2788920"/>
            <a:ext cx="10360152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della presentazione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371600" y="4160520"/>
            <a:ext cx="944575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i="1" dirty="0">
                <a:solidFill>
                  <a:srgbClr val="B9C9D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600" i="1" dirty="0">
                <a:solidFill>
                  <a:srgbClr val="B9C9D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Sottotitolo / taglione in corsivo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1371600" y="4892040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[Relatore], [Relatore]</a:t>
            </a:r>
            <a:endParaRPr lang="en-US" sz="1400" dirty="0"/>
          </a:p>
        </p:txBody>
      </p:sp>
      <p:sp>
        <p:nvSpPr>
          <p:cNvPr id="6" name="Text 1"/>
          <p:cNvSpPr/>
          <p:nvPr/>
        </p:nvSpPr>
        <p:spPr>
          <a:xfrm>
            <a:off x="1371600" y="5285232"/>
            <a:ext cx="9445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9C9D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Fondazione CIMA    |    Giornata con la Regione [nome] — [luogo] — [data]</a:t>
            </a:r>
            <a:endParaRPr lang="en-US" sz="1100" dirty="0"/>
          </a:p>
        </p:txBody>
      </p:sp>
      <p:sp>
        <p:nvSpPr>
          <p:cNvPr id="7" name="Text 2"/>
          <p:cNvSpPr/>
          <p:nvPr/>
        </p:nvSpPr>
        <p:spPr>
          <a:xfrm>
            <a:off x="1371600" y="594360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www.cimafoundation.org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A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Fondazione CIMA | Giornata con la Regione [nome]</a:t>
            </a:r>
            <a:endParaRPr lang="en-US" sz="900" dirty="0"/>
          </a:p>
        </p:txBody>
      </p:sp>
      <p:pic>
        <p:nvPicPr>
          <p:cNvPr id="3" name="Image 0" descr="template_assets/cima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182880"/>
            <a:ext cx="367792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www.cimafoundation.org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686800" y="635508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   X   in   ▶   ●</a:t>
            </a:r>
            <a:endParaRPr lang="en-US" sz="11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della slide</a:t>
            </a:r>
            <a:endParaRPr lang="en-US" sz="30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228600" indent="-228600">
              <a:buSzPct val="100000"/>
              <a:buChar char="•"/>
              <a:def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Contenuto della slide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A_CONTENT_2CO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Fondazione CIMA | Giornata con la Regione [nome]</a:t>
            </a:r>
            <a:endParaRPr lang="en-US" sz="900" dirty="0"/>
          </a:p>
        </p:txBody>
      </p:sp>
      <p:pic>
        <p:nvPicPr>
          <p:cNvPr id="3" name="Image 0" descr="template_assets/cima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182880"/>
            <a:ext cx="367792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www.cimafoundation.org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686800" y="635508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   X   in   ▶   ●</a:t>
            </a:r>
            <a:endParaRPr lang="en-US" sz="11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della slide</a:t>
            </a:r>
            <a:endParaRPr lang="en-US" sz="30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457200" y="1783080"/>
            <a:ext cx="5440680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228600" indent="-228600">
              <a:buSzPct val="100000"/>
              <a:buChar char="•"/>
              <a:def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Colonna sinistra</a:t>
            </a:r>
            <a:endParaRPr lang="en-US" sz="1600" dirty="0"/>
          </a:p>
        </p:txBody>
      </p:sp>
      <p:sp>
        <p:nvSpPr>
          <p:cNvPr id="8" name="Text 3"/>
          <p:cNvSpPr/>
          <p:nvPr>
            <p:ph idx="106" type="body" hasCustomPrompt="1"/>
          </p:nvPr>
        </p:nvSpPr>
        <p:spPr>
          <a:xfrm>
            <a:off x="6263640" y="1783080"/>
            <a:ext cx="5468112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228600" indent="-228600">
              <a:buSzPct val="100000"/>
              <a:buChar char="•"/>
              <a:def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Colonna destra (testo o spazio per immagine/grafico)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A_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emplate_assets/cima_logo_n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697840" cy="8686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sezione</a:t>
            </a:r>
            <a:endParaRPr lang="en-US" sz="4000" dirty="0"/>
          </a:p>
        </p:txBody>
      </p:sp>
      <p:sp>
        <p:nvSpPr>
          <p:cNvPr id="4" name="Text 0"/>
          <p:cNvSpPr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www.cimafoundation.org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MA_BACKUP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67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Fondazione CIMA | Giornata con la Regione [nome]</a:t>
            </a:r>
            <a:endParaRPr lang="en-US" sz="900" dirty="0"/>
          </a:p>
        </p:txBody>
      </p:sp>
      <p:pic>
        <p:nvPicPr>
          <p:cNvPr id="3" name="Image 0" descr="template_assets/cima_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182880"/>
            <a:ext cx="367792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355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www.cimafoundation.org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8686800" y="635508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   X   in   ▶   ●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777240"/>
            <a:ext cx="1234440" cy="384048"/>
          </a:xfrm>
          <a:prstGeom prst="rect">
            <a:avLst>
              <a:gd name="adj" fmla="val 50000"/>
            </a:avLst>
          </a:prstGeom>
          <a:solidFill>
            <a:srgbClr val="1F3A66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77724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BACKUP</a:t>
            </a:r>
            <a:endParaRPr lang="en-US" sz="1100" dirty="0"/>
          </a:p>
        </p:txBody>
      </p:sp>
      <p:sp>
        <p:nvSpPr>
          <p:cNvPr id="8" name="Text 5"/>
          <p:cNvSpPr/>
          <p:nvPr>
            <p:ph idx="106" type="title" hasCustomPrompt="1"/>
          </p:nvPr>
        </p:nvSpPr>
        <p:spPr>
          <a:xfrm>
            <a:off x="457200" y="1280160"/>
            <a:ext cx="1127455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Titolo slide di backup</a:t>
            </a:r>
            <a:endParaRPr lang="en-US" sz="2800" dirty="0"/>
          </a:p>
        </p:txBody>
      </p:sp>
      <p:sp>
        <p:nvSpPr>
          <p:cNvPr id="9" name="Text 5"/>
          <p:cNvSpPr/>
          <p:nvPr>
            <p:ph idx="107" type="body" hasCustomPrompt="1"/>
          </p:nvPr>
        </p:nvSpPr>
        <p:spPr>
          <a:xfrm>
            <a:off x="457200" y="2194560"/>
            <a:ext cx="11274552" cy="3886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marL="228600" indent="-228600">
              <a:buSzPct val="100000"/>
              <a:buChar char="•"/>
              <a:defRPr lang="en-US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defRPr>
            </a:lvl1pPr>
          </a:lstStyle>
          <a:p>
            <a:pPr algn="l" marL="228600" indent="-2286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Contenuto di backup</a:t>
            </a: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14400" y="278892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[Titolo che dice che cosa CIMA e la Regione possono fare insieme]</a:t>
            </a:r>
            <a:endParaRPr lang="en-US" sz="3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371600" y="4160520"/>
            <a:ext cx="9445752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9C9D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Giornata con la Regione [nome], [data]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[Il problema nei termini della Regione: es. gli eventi di [tipo] su [territorio] negli ultimi [anni]]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Perché siamo qui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[Evento o dato che la Regione conosce, con fonte]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[Che cosa ha comportato per il territorio]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[Che cosa serve oggi alla Regione: da confermare con l'ente]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Fondazione CIMA fa ricerca applicata su previsione e gestione del rischio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Chi siamo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Fondazione di ricerca con sede a Savona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Previsione idrologica, early warning per alluvioni e siccità, gestione del rischio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Collabora con il Dipartimento della Protezione Civile e con organizzazioni internazionali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— Che cosa sappiamo fare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[Competenza 1, detta come capacità utile alla Regione]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[Sistema, modello o servizio]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[Che cosa fa]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[Per chi lo fa già: ente, con riferimento]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[Che cosa cambierebbe per la Regione]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[Competenza 2, detta come capacità utile alla Regione]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[Sistema, modello o servizio]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[Che cosa fa]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[Per chi lo fa già]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[Che cosa cambierebbe per la Regione]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[Caso: che cosa è successo, dove, con quale risultato misurabile]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54406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caso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[Territorio e periodo]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[Che cosa ha fatto CIMA, con quale ente]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[Risultato con numero e fonte]</a:t>
            </a:r>
            <a:endParaRPr lang="en-US" sz="1600" dirty="0"/>
          </a:p>
        </p:txBody>
      </p:sp>
      <p:sp>
        <p:nvSpPr>
          <p:cNvPr id="4" name="Text 3"/>
          <p:cNvSpPr/>
          <p:nvPr>
            <p:ph idx="106" type="body" hasCustomPrompt="1"/>
          </p:nvPr>
        </p:nvSpPr>
        <p:spPr>
          <a:xfrm>
            <a:off x="6263640" y="1783080"/>
            <a:ext cx="546811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[Figura o mappa]</a:t>
            </a:r>
            <a:endParaRPr lang="en-US" sz="1600" dirty="0"/>
          </a:p>
          <a:p>
            <a:pPr algn="l" marL="228600" indent="-228600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[da inserire, con didascalia e fonte]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— Che cosa proponiamo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[Proposta: che cosa CIMA e la Regione potrebbero fare insieme]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Proposta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[Attività 1]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[Attività 2]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competenze operative restano della Regione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[Tempi e modalità: da concordare]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3"/>
          <p:cNvSpPr/>
          <p:nvPr>
            <p:ph idx="104" type="title" hasCustomPrompt="1"/>
          </p:nvPr>
        </p:nvSpPr>
        <p:spPr>
          <a:xfrm>
            <a:off x="457200" y="77724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[Messaggio da ricordare: che cosa chiediamo alla Regione, in una frase]</a:t>
            </a:r>
            <a:endParaRPr lang="en-US" sz="30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457200" y="1783080"/>
            <a:ext cx="11274552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[Messaggio chiave]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[Prossimo passo concreto]</a:t>
            </a:r>
            <a:endParaRPr lang="en-US" sz="16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[Contatto: nome, email]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5"/>
          <p:cNvSpPr/>
          <p:nvPr>
            <p:ph idx="106" type="title" hasCustomPrompt="1"/>
          </p:nvPr>
        </p:nvSpPr>
        <p:spPr>
          <a:xfrm>
            <a:off x="457200" y="128016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Dettaglio dei sistemi citati</a:t>
            </a:r>
            <a:endParaRPr lang="en-US" sz="2800" dirty="0"/>
          </a:p>
        </p:txBody>
      </p:sp>
      <p:sp>
        <p:nvSpPr>
          <p:cNvPr id="3" name="Text 5"/>
          <p:cNvSpPr/>
          <p:nvPr>
            <p:ph idx="107" type="body" hasCustomPrompt="1"/>
          </p:nvPr>
        </p:nvSpPr>
        <p:spPr>
          <a:xfrm>
            <a:off x="457200" y="2194560"/>
            <a:ext cx="1127455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[Scheda tecnica di ciascun sistema: dati, risoluzione, enti che lo usano]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5"/>
          <p:cNvSpPr/>
          <p:nvPr>
            <p:ph idx="106" type="title" hasCustomPrompt="1"/>
          </p:nvPr>
        </p:nvSpPr>
        <p:spPr>
          <a:xfrm>
            <a:off x="457200" y="1280160"/>
            <a:ext cx="112745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Costi, finanziamento e rapporto con gli strumenti già in uso</a:t>
            </a:r>
            <a:endParaRPr lang="en-US" sz="2800" dirty="0"/>
          </a:p>
        </p:txBody>
      </p:sp>
      <p:sp>
        <p:nvSpPr>
          <p:cNvPr id="3" name="Text 5"/>
          <p:cNvSpPr/>
          <p:nvPr>
            <p:ph idx="107" type="body" hasCustomPrompt="1"/>
          </p:nvPr>
        </p:nvSpPr>
        <p:spPr>
          <a:xfrm>
            <a:off x="457200" y="2194560"/>
            <a:ext cx="11274552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[Costo e possibile fonte di finanziamento: da fornire]</a:t>
            </a:r>
            <a:endParaRPr lang="en-US" sz="1500" dirty="0"/>
          </a:p>
          <a:p>
            <a:pPr algn="l" marL="228600" indent="-228600"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[Che cosa si aggiunge agli strumenti della Regione e del Dipartimento della Protezione Civile]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CIMA Research Foundation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CIMA Research Foundation</dc:creator>
  <cp:lastModifiedBy>CIMA Research Foundation</cp:lastModifiedBy>
  <cp:revision>1</cp:revision>
  <dcterms:created xsi:type="dcterms:W3CDTF">2026-06-19T10:09:46Z</dcterms:created>
  <dcterms:modified xsi:type="dcterms:W3CDTF">2026-06-19T10:09:46Z</dcterms:modified>
</cp:coreProperties>
</file>