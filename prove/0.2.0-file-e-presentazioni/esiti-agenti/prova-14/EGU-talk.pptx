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minutes including questions: aim for eight minutes of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seconds. One fact, not a review of the literature.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seconds. The gap as the paper states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minute. Details go to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minutes. This is the slide people photograph: numbers only from the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minute. Do not skip: the questions will start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seconds. End on the message, not on 'Thank you'.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method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questions on single events or stations.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IMA_SECTION-image-2.jpeg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IMA_SECTION-image-2.jpeg"/><Relationship Id="rId3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mplate_assets/cima_logo_n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4736" y="457200"/>
            <a:ext cx="1322222" cy="1645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788920"/>
            <a:ext cx="10360152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della presentazione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371600" y="4160520"/>
            <a:ext cx="944575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i="1" dirty="0">
                <a:solidFill>
                  <a:srgbClr val="B9C9D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600" i="1" dirty="0">
                <a:solidFill>
                  <a:srgbClr val="B9C9D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Sottotitolo / taglione in corsivo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1371600" y="489204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[Author], [Author], [Author]</a:t>
            </a:r>
            <a:endParaRPr lang="en-US" sz="1400" dirty="0"/>
          </a:p>
        </p:txBody>
      </p:sp>
      <p:sp>
        <p:nvSpPr>
          <p:cNvPr id="6" name="Text 1"/>
          <p:cNvSpPr/>
          <p:nvPr/>
        </p:nvSpPr>
        <p:spPr>
          <a:xfrm>
            <a:off x="1371600" y="5285232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9C9D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CIMA Research Foundation    |    EGU General Assembly [year] — [session code] — [date]</a:t>
            </a:r>
            <a:endParaRPr lang="en-US" sz="1100" dirty="0"/>
          </a:p>
        </p:txBody>
      </p:sp>
      <p:sp>
        <p:nvSpPr>
          <p:cNvPr id="7" name="Text 2"/>
          <p:cNvSpPr/>
          <p:nvPr/>
        </p:nvSpPr>
        <p:spPr>
          <a:xfrm>
            <a:off x="1371600" y="59436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[Short title of the talk] | EGU [year]</a:t>
            </a:r>
            <a:endParaRPr lang="en-US" sz="900" dirty="0"/>
          </a:p>
        </p:txBody>
      </p:sp>
      <p:pic>
        <p:nvPicPr>
          <p:cNvPr id="3" name="Image 0" descr="template_assets/cima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182880"/>
            <a:ext cx="367792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686800" y="635508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   X   in   ▶   ●</a:t>
            </a: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della slide</a:t>
            </a:r>
            <a:endParaRPr lang="en-US" sz="30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28600" indent="-228600">
              <a:buSzPct val="100000"/>
              <a:buChar char="•"/>
              <a:def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Contenuto della slide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CONTENT_2CO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[Short title of the talk] | EGU [year]</a:t>
            </a:r>
            <a:endParaRPr lang="en-US" sz="900" dirty="0"/>
          </a:p>
        </p:txBody>
      </p:sp>
      <p:pic>
        <p:nvPicPr>
          <p:cNvPr id="3" name="Image 0" descr="template_assets/cima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182880"/>
            <a:ext cx="367792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686800" y="635508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   X   in   ▶   ●</a:t>
            </a: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della slide</a:t>
            </a:r>
            <a:endParaRPr lang="en-US" sz="30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457200" y="1783080"/>
            <a:ext cx="5440680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28600" indent="-228600">
              <a:buSzPct val="100000"/>
              <a:buChar char="•"/>
              <a:def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Colonna sinistra</a:t>
            </a:r>
            <a:endParaRPr lang="en-US" sz="16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6263640" y="1783080"/>
            <a:ext cx="5468112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28600" indent="-228600">
              <a:buSzPct val="100000"/>
              <a:buChar char="•"/>
              <a:def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Colonna destra (testo o spazio per immagine/grafico)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mplate_assets/cima_logo_n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697840" cy="8686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sezione</a:t>
            </a:r>
            <a:endParaRPr lang="en-US" sz="4000" dirty="0"/>
          </a:p>
        </p:txBody>
      </p:sp>
      <p:sp>
        <p:nvSpPr>
          <p:cNvPr id="4" name="Text 0"/>
          <p:cNvSpPr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BACKUP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[Short title of the talk] | EGU [year]</a:t>
            </a:r>
            <a:endParaRPr lang="en-US" sz="900" dirty="0"/>
          </a:p>
        </p:txBody>
      </p:sp>
      <p:pic>
        <p:nvPicPr>
          <p:cNvPr id="3" name="Image 0" descr="template_assets/cima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182880"/>
            <a:ext cx="367792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686800" y="635508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   X   in   ▶   ●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777240"/>
            <a:ext cx="1234440" cy="384048"/>
          </a:xfrm>
          <a:prstGeom prst="rect">
            <a:avLst>
              <a:gd name="adj" fmla="val 50000"/>
            </a:avLst>
          </a:prstGeom>
          <a:solidFill>
            <a:srgbClr val="1F3A66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77724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BACKUP</a:t>
            </a:r>
            <a:endParaRPr lang="en-US" sz="1100" dirty="0"/>
          </a:p>
        </p:txBody>
      </p:sp>
      <p:sp>
        <p:nvSpPr>
          <p:cNvPr id="8" name="Text 5"/>
          <p:cNvSpPr/>
          <p:nvPr>
            <p:ph idx="106" type="title" hasCustomPrompt="1"/>
          </p:nvPr>
        </p:nvSpPr>
        <p:spPr>
          <a:xfrm>
            <a:off x="457200" y="1280160"/>
            <a:ext cx="1127455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slide di backup</a:t>
            </a:r>
            <a:endParaRPr lang="en-US" sz="2800" dirty="0"/>
          </a:p>
        </p:txBody>
      </p:sp>
      <p:sp>
        <p:nvSpPr>
          <p:cNvPr id="9" name="Text 5"/>
          <p:cNvSpPr/>
          <p:nvPr>
            <p:ph idx="107" type="body" hasCustomPrompt="1"/>
          </p:nvPr>
        </p:nvSpPr>
        <p:spPr>
          <a:xfrm>
            <a:off x="457200" y="2194560"/>
            <a:ext cx="11274552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28600" indent="-228600">
              <a:buSzPct val="100000"/>
              <a:buChar char="•"/>
              <a:def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marL="228600" indent="-2286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Contenuto di backup</a:t>
            </a: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14400" y="278892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[Title of the talk: the main finding of the paper in one line]</a:t>
            </a:r>
            <a:endParaRPr lang="en-US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371600" y="4160520"/>
            <a:ext cx="9445752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9C9D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[Paper reference: authors, journal, year, DOI]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[Problem and why it matters, in one sentence]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this matters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[Problem, with one number from the paper and its source]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[Who is affected]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[Gap: what current methods cannot do]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is missing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[Gap stated in the paper's introduction]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[Our question]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[What we did: method in one sentence]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5440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Method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[Model or approach]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[Key step]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[Validation strategy]</a:t>
            </a:r>
            <a:endParaRPr lang="en-US" sz="1600" dirty="0"/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6263640" y="1783080"/>
            <a:ext cx="546811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[Workflow diagram]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[to be inserted from the paper]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[Data and study area: basin, period, events]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5440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and area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[Basin and size]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[Period and number of events]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[Data sources with providers]</a:t>
            </a:r>
            <a:endParaRPr lang="en-US" sz="1600" dirty="0"/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6263640" y="1783080"/>
            <a:ext cx="546811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[Map of the study area]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[from the paper, with caption]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[Main result, stated with its number: e.g. metric X improved from A to B]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5440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 result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[Metric, value, period]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[Compared with: baseline]</a:t>
            </a:r>
            <a:endParaRPr lang="en-US" sz="1600" dirty="0"/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6263640" y="1783080"/>
            <a:ext cx="546811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[Key figure from the paper]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[Figure n of the paper, axes readable]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[Second result, with its number]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Second result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[Metric, value]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[What it adds to the main result]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[Limits: where the method does not hold]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Limits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[Limit 1 from the paper's discussion]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[Limit 2]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[Take-home message in one sentence]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[Message]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[Paper DOI]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[Contact: name, email]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5"/>
          <p:cNvSpPr/>
          <p:nvPr>
            <p:ph idx="106" type="title" hasCustomPrompt="1"/>
          </p:nvPr>
        </p:nvSpPr>
        <p:spPr>
          <a:xfrm>
            <a:off x="457200" y="128016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[Method details: calibration, parameters, validation]</a:t>
            </a:r>
            <a:endParaRPr lang="en-US" sz="2800" dirty="0"/>
          </a:p>
        </p:txBody>
      </p:sp>
      <p:sp>
        <p:nvSpPr>
          <p:cNvPr id="3" name="Text 5"/>
          <p:cNvSpPr/>
          <p:nvPr>
            <p:ph idx="107" type="body" hasCustomPrompt="1"/>
          </p:nvPr>
        </p:nvSpPr>
        <p:spPr>
          <a:xfrm>
            <a:off x="457200" y="2194560"/>
            <a:ext cx="112745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[From the paper's methods section]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5"/>
          <p:cNvSpPr/>
          <p:nvPr>
            <p:ph idx="106" type="title" hasCustomPrompt="1"/>
          </p:nvPr>
        </p:nvSpPr>
        <p:spPr>
          <a:xfrm>
            <a:off x="457200" y="128016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[Full results table]</a:t>
            </a:r>
            <a:endParaRPr lang="en-US" sz="2800" dirty="0"/>
          </a:p>
        </p:txBody>
      </p:sp>
      <p:sp>
        <p:nvSpPr>
          <p:cNvPr id="3" name="Text 5"/>
          <p:cNvSpPr/>
          <p:nvPr>
            <p:ph idx="107" type="body" hasCustomPrompt="1"/>
          </p:nvPr>
        </p:nvSpPr>
        <p:spPr>
          <a:xfrm>
            <a:off x="457200" y="2194560"/>
            <a:ext cx="112745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[Table n of the paper]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CIMA Research Foundation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CIMA Research Foundation</dc:creator>
  <cp:lastModifiedBy>CIMA Research Foundation</cp:lastModifiedBy>
  <cp:revision>1</cp:revision>
  <dcterms:created xsi:type="dcterms:W3CDTF">2026-06-19T10:09:46Z</dcterms:created>
  <dcterms:modified xsi:type="dcterms:W3CDTF">2026-06-19T10:09:46Z</dcterms:modified>
</cp:coreProperties>
</file>